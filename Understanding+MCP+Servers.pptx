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5" r:id="rId2"/>
    <p:sldId id="26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8B67E-DA0B-4193-95BA-02E774C7770D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71077-DB9D-4C72-BABA-68ED8BB3F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858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B066AC-A0C6-461F-898E-DC0B365DC7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300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54A1-6FE2-9F7A-01BC-A391F337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C1237-3142-C2B2-FFE5-CE8FD74C5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6470E-3C02-C0EE-FC89-8579FCD1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E43A9-D5F4-B69B-C43A-1FA108EBB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2D9CF-75ED-EA31-E4B7-CF3BB512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78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00CC1-B936-8A12-D06A-468A409A2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4CE88-9DDE-C2CA-348D-34C59419E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4817A-775F-98BB-D044-D96D710E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2C23F-6BBF-6949-8F26-DD1C61D3E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359D3-39E6-8115-4BD5-E082066D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83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B4159-2D27-77D9-0223-5C0D6788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5C417-D13B-3E7B-62ED-50EFEE21B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AD0A-7CD0-C386-E6B7-15D42CA1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8942C-27CE-0758-DD0D-C7449294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71DBB-F934-5817-6D20-8221BF5A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44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E474-A78D-C5C3-73F0-4A357D56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29800-BF7D-39B9-6CEF-AFA8163EB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B3265-56C3-220F-964D-73F51C395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FCC26-632D-6F2D-E25A-7FD5ACBE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C28D9-60F8-B2C0-2524-0960AE29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488B9-CBC8-EB8C-2B12-C8AF098B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78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E0C2-516D-43CE-2CC0-4DA7F18C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949CC-909B-8C71-AAE4-1B8FF72C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24C9C-A70B-19FB-7D60-370E376FA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702FA-157C-5CC8-B2CA-C7E3C51B9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0A9BD6-D8E3-F7A0-03F6-C118BB111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9492AA-5D5B-3065-559E-309F7C870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8B24A0-6EE3-530F-023C-133AFEA1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434165-EDBC-9601-B248-DB506DBCE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48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999B-CCD6-93FE-8B65-4429A8892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44EE0-8C7E-14EA-7DDD-7678FC0EA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19022D-FE31-1707-C56A-C50BE4C0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F1FFA-4624-649D-6193-2637AE54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902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1E297-37BB-4CBA-1F4A-2080DEE9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A3C88-153C-26DD-3120-A0102F4C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5569F-BFDD-6103-28E1-4A93DD04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28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80F3F-BCFE-65D5-F0C1-224AD505E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45061-C95F-D80D-C0C3-67DABDC12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D6F6E-5E0A-F635-42A8-B69E21E0B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BAE42-50B1-DACC-AB86-741C2BF9B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802E2-7587-A430-E6A1-B479E1F4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5231E-38EE-E8C0-5C9A-AB010DA0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03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500F-471A-BBB9-70CD-B90309702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90C9A-D152-8E96-53F8-75C5852378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56EAB-C457-411A-F5BA-7B366D5F3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E7EB2-23F7-5D51-DDCB-D3B78978F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6704E-2125-A137-0556-545F9CB03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C7A9F-3298-5AB8-B410-1DD6FDCA4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61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2CDC5-775B-5561-2667-5C0AAFB2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0332-CBB8-ADB4-0379-7E5DCB794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1EE0F-585E-F6D4-2159-38FB8C02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69FB7-DA5C-D687-35AE-B884D1F66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1F479-B185-4BF8-B000-4B851471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21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8B0A35-96EE-3A85-7684-F43223A36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ACBEA-838C-C386-1F15-7AB1F11DE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7AFD6-D185-C2E2-6AC3-3AFB0240A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B9F47-A394-FB64-DE81-B8C05167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445BB-85BF-F61B-1BA7-B90A2702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414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955BA0-7A0C-074F-089F-B460F1F1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291F0-E36C-B9E6-7A60-E04102D63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A3E40-40A2-6B1A-9716-C21E8A853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6979E-5971-497F-B635-9247E205274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36EAA-0EBA-4A69-2A11-919D252DC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033F3-982F-A837-AAB6-23DE43012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7DC29-4B46-4420-8D7F-5FF945094A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61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9C8F-4F13-8FD7-030A-62F0B67BF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429000"/>
            <a:ext cx="9144000" cy="2387600"/>
          </a:xfrm>
        </p:spPr>
        <p:txBody>
          <a:bodyPr/>
          <a:lstStyle/>
          <a:p>
            <a:r>
              <a:rPr lang="en-US" dirty="0"/>
              <a:t>MCP Servers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D174C-9480-F7C5-AEAC-B0DCE7176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58" y="631414"/>
            <a:ext cx="6645883" cy="37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5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1459-3C35-9F1C-8584-7ED02315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Imagine This…..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C6E4236-E5F6-7F16-49F2-C10E844F4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709" y="1241930"/>
            <a:ext cx="8163971" cy="45935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8362CA-F321-1523-570B-DA9A80D3DA47}"/>
              </a:ext>
            </a:extLst>
          </p:cNvPr>
          <p:cNvSpPr txBox="1"/>
          <p:nvPr/>
        </p:nvSpPr>
        <p:spPr>
          <a:xfrm>
            <a:off x="1097280" y="5998464"/>
            <a:ext cx="9921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The MCP layer standardizes the communication between your AI Agent and the APIs that expose certain business logic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56576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B15C-52B9-6944-97E7-95D139E7E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667" y="-14858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are MCP Servers?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C3248-EE7F-9861-D4A1-B55BFAE66A2C}"/>
              </a:ext>
            </a:extLst>
          </p:cNvPr>
          <p:cNvSpPr txBox="1"/>
          <p:nvPr/>
        </p:nvSpPr>
        <p:spPr>
          <a:xfrm>
            <a:off x="428090" y="1329009"/>
            <a:ext cx="4719263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MCP (Model Context Protocol)</a:t>
            </a:r>
            <a:r>
              <a:rPr lang="en-US" dirty="0"/>
              <a:t> is an open standard for connecting AI agents to external tools and knowledge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B3BD8D-EF81-5438-BCE4-B5C78DC96989}"/>
              </a:ext>
            </a:extLst>
          </p:cNvPr>
          <p:cNvSpPr txBox="1"/>
          <p:nvPr/>
        </p:nvSpPr>
        <p:spPr>
          <a:xfrm>
            <a:off x="428089" y="2827994"/>
            <a:ext cx="4719263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MCP Server</a:t>
            </a:r>
            <a:r>
              <a:rPr lang="en-US" dirty="0"/>
              <a:t> exposes capabilities (tools, APIs, documents, actions) in a </a:t>
            </a:r>
            <a:r>
              <a:rPr lang="en-US" b="1" dirty="0"/>
              <a:t>model-friendly way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531BE-1CE8-7F8B-CB3F-5B617E1F4BA2}"/>
              </a:ext>
            </a:extLst>
          </p:cNvPr>
          <p:cNvSpPr txBox="1"/>
          <p:nvPr/>
        </p:nvSpPr>
        <p:spPr>
          <a:xfrm>
            <a:off x="428090" y="4282496"/>
            <a:ext cx="4719262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Think of it as a </a:t>
            </a:r>
            <a:r>
              <a:rPr lang="en-US" b="1" dirty="0"/>
              <a:t>“universal adapter”</a:t>
            </a:r>
            <a:r>
              <a:rPr lang="en-US" dirty="0"/>
              <a:t> between agents and external systems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843591-B89B-88CA-B801-C22CBEBE1EB4}"/>
              </a:ext>
            </a:extLst>
          </p:cNvPr>
          <p:cNvSpPr txBox="1"/>
          <p:nvPr/>
        </p:nvSpPr>
        <p:spPr>
          <a:xfrm>
            <a:off x="428089" y="5545352"/>
            <a:ext cx="4719262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Removes hard-coded integrations inside the agent</a:t>
            </a:r>
          </a:p>
        </p:txBody>
      </p:sp>
      <p:pic>
        <p:nvPicPr>
          <p:cNvPr id="3076" name="Picture 4" descr="MCP Explained: The New Standard Connecting AI to Everything | by Edwin  Lisowski | Medium">
            <a:extLst>
              <a:ext uri="{FF2B5EF4-FFF2-40B4-BE49-F238E27FC236}">
                <a16:creationId xmlns:a16="http://schemas.microsoft.com/office/drawing/2014/main" id="{A3340041-2DC4-FA9C-06CE-B127280988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55991"/>
            <a:ext cx="5641760" cy="332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9570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86</Words>
  <Application>Microsoft Office PowerPoint</Application>
  <PresentationFormat>Widescreen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MCP Servers</vt:lpstr>
      <vt:lpstr>Imagine This…..</vt:lpstr>
      <vt:lpstr>What are MCP Servers?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2026-05-07T07:01:05Z</dcterms:created>
  <dcterms:modified xsi:type="dcterms:W3CDTF">2026-05-07T07:17:11Z</dcterms:modified>
</cp:coreProperties>
</file>