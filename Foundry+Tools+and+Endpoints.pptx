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67" r:id="rId3"/>
    <p:sldId id="2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8EEC2-A7D0-4B7E-B4D5-7292C87C2C2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5345A-2F01-46B1-B2E9-0BEB6C38A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08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066AC-A0C6-461F-898E-DC0B365DC7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0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9044-412C-723C-2ABB-1C2F28B69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26651-65F2-425A-312E-526ABAD21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8123E-5EB1-F138-7102-77578701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76BF8-BBC7-8988-3CB8-E0A1B780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985FD-B199-479D-C2B2-80B04163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24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E146-F096-E7D5-175B-945803F6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B9D6C-456E-B346-AFEB-F7A96E9C2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98AEA-E9D0-395E-4A25-06C76C92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2798E-302B-9F95-E105-CBE3C90E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2AEE-16C7-1EF8-7297-FB9CB5F6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91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AC90-8464-7C2D-3F20-1B9B589D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EC575-DBAA-E5AC-1C20-A663B6636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274B0-4377-A82F-909A-FC52418C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BFA5-EED5-83D3-1C3F-79234B07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21075-F764-849B-3FF8-BCB5BB9E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96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C5C3-EE3B-66CB-6293-C49B9B2A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6440-9935-DD45-C810-ECB01B7A1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52F47-8CDD-65B9-C9BC-BCF0E137A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E7584-323C-6F5C-AEA9-FE9C16A0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B95CE-3336-6334-6607-8ACC34F0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6482C-AC76-0FBB-30A2-E02E81AF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7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0A97-0D0C-75B1-EE7B-BFD69C03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A849C-CEAD-426D-5BEE-58EB6DF05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F7E67-0987-3DE7-A3EF-8AD5E543B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F385B-EB9A-B2DD-35DA-69A3B8AF4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E542A-A012-2F06-484A-E77E31100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87C58-09EC-9D5C-9092-78C71E48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DCA100-1610-347E-47DC-376A6A9C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31CE7-477F-F9BB-0A65-4F43DB3F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1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F152-EEA5-01FE-E1D2-D9CD6EBA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8EF68-8082-25BC-CBC0-5BA886CF1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D4165-2338-6F8C-A2B2-E3C90AC2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D885B-2B38-BFF6-FB45-F854F391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87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240BC-6FF7-F682-A40C-DDC5E766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7DFFF-C9B8-2C24-A00C-204EDB9E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8635-34A0-698A-C8FB-267BF9D3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0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DB06-42EC-7BDC-F76F-30DEEA9A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7C52-7DCA-1209-DD8F-A7B8C5997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5B61A-6390-8A68-0ADE-E2072729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B5F17-8A76-C84F-66A2-7E375728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DBB6F-4BB9-4D0D-8F4E-767FB006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A32F6-8EC8-6B2D-BEA0-3FFCC69B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82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6EBB-8A18-F74F-D659-B3E94553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810E2E-B5FA-A7A8-6BCC-6616652E0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EEA5D-FD13-61E8-9BD9-DAF3DF90E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4977A-2F45-2B20-B978-67D336AF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99373-D70C-8102-1019-57FD2DBF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61729-0CF0-24A6-A298-7529CA25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0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FDE7-F57B-DA5B-3CDF-1742593A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0CA87-7167-4414-9E3E-B02E7ACD9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69793-A5D5-2CF9-A8F9-F5C9ABD4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B70F-18E4-A36C-1459-224781CB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A0EAA-6669-1429-5963-707B8589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6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24F13-7A96-1CCA-C784-C50553A06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1684D-0BA9-8253-639E-28F53C1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6B04-705A-10B7-ADFE-1CE2A8DB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11C9D-2D41-6E69-CBF3-65B7F2CE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85ECC-DE33-647C-9646-EFBC8C09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5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764B-2034-09D9-805F-F011BEC6C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A16CE-CA2B-E98F-C6B5-9C898C71C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5E9C-08E4-BB84-91DB-82440E5E3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F155F-25E6-4B6E-AD88-9887D98269A0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49F03-A33E-B6F8-E144-F9DCE6A0A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EA8C7-C078-A0CB-EF7B-F6869F636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483C0-C7E0-4849-905E-B50E299A9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6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582099"/>
            <a:ext cx="9144000" cy="2387600"/>
          </a:xfrm>
        </p:spPr>
        <p:txBody>
          <a:bodyPr/>
          <a:lstStyle/>
          <a:p>
            <a:r>
              <a:rPr lang="en-US" dirty="0"/>
              <a:t>Foundry Tools and Endpoints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D3EF-8B03-BFB9-D1FC-A40B6812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 Typical Microsoft Foundry Setup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D2025F-5282-5D3E-63E0-A0075D753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144" y="1325563"/>
            <a:ext cx="8635712" cy="485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7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21ABAC-F815-F60F-7181-764DD78A8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990" y="420624"/>
            <a:ext cx="11524019" cy="601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2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Foundry Tools and Endpoints</vt:lpstr>
      <vt:lpstr>A Typical Microsoft Foundry Setup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2026-05-07T03:11:46Z</dcterms:created>
  <dcterms:modified xsi:type="dcterms:W3CDTF">2026-05-07T03:27:54Z</dcterms:modified>
</cp:coreProperties>
</file>