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53F05B-F0DA-4475-98A5-D0293D21B32F}" v="9" dt="2026-05-07T04:07:58.9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ljot bakshi" userId="e18f591f5991c12c" providerId="LiveId" clId="{848BE52E-FEF7-44CF-B8AB-7264220E5FAA}"/>
    <pc:docChg chg="custSel addSld modSld sldOrd">
      <pc:chgData name="kuljot bakshi" userId="e18f591f5991c12c" providerId="LiveId" clId="{848BE52E-FEF7-44CF-B8AB-7264220E5FAA}" dt="2026-05-07T04:08:10.811" v="483" actId="14100"/>
      <pc:docMkLst>
        <pc:docMk/>
      </pc:docMkLst>
      <pc:sldChg chg="modSp mod">
        <pc:chgData name="kuljot bakshi" userId="e18f591f5991c12c" providerId="LiveId" clId="{848BE52E-FEF7-44CF-B8AB-7264220E5FAA}" dt="2026-05-07T01:58:09.870" v="0" actId="20577"/>
        <pc:sldMkLst>
          <pc:docMk/>
          <pc:sldMk cId="208869284" sldId="261"/>
        </pc:sldMkLst>
        <pc:spChg chg="mod">
          <ac:chgData name="kuljot bakshi" userId="e18f591f5991c12c" providerId="LiveId" clId="{848BE52E-FEF7-44CF-B8AB-7264220E5FAA}" dt="2026-05-07T01:58:09.870" v="0" actId="20577"/>
          <ac:spMkLst>
            <pc:docMk/>
            <pc:sldMk cId="208869284" sldId="261"/>
            <ac:spMk id="5" creationId="{B89DA7E4-C27F-093C-F303-658DB23C115E}"/>
          </ac:spMkLst>
        </pc:spChg>
      </pc:sldChg>
      <pc:sldChg chg="addSp delSp modSp new mod">
        <pc:chgData name="kuljot bakshi" userId="e18f591f5991c12c" providerId="LiveId" clId="{848BE52E-FEF7-44CF-B8AB-7264220E5FAA}" dt="2026-05-07T04:05:48.427" v="263" actId="1076"/>
        <pc:sldMkLst>
          <pc:docMk/>
          <pc:sldMk cId="1529383465" sldId="262"/>
        </pc:sldMkLst>
        <pc:spChg chg="mod">
          <ac:chgData name="kuljot bakshi" userId="e18f591f5991c12c" providerId="LiveId" clId="{848BE52E-FEF7-44CF-B8AB-7264220E5FAA}" dt="2026-05-07T04:04:03.716" v="36" actId="1076"/>
          <ac:spMkLst>
            <pc:docMk/>
            <pc:sldMk cId="1529383465" sldId="262"/>
            <ac:spMk id="2" creationId="{10E67310-3CF1-A591-C618-B89ECABD18FA}"/>
          </ac:spMkLst>
        </pc:spChg>
        <pc:spChg chg="del">
          <ac:chgData name="kuljot bakshi" userId="e18f591f5991c12c" providerId="LiveId" clId="{848BE52E-FEF7-44CF-B8AB-7264220E5FAA}" dt="2026-05-07T04:03:51.533" v="31"/>
          <ac:spMkLst>
            <pc:docMk/>
            <pc:sldMk cId="1529383465" sldId="262"/>
            <ac:spMk id="3" creationId="{EF8D5C1E-23E1-444C-32D8-09271252B80A}"/>
          </ac:spMkLst>
        </pc:spChg>
        <pc:spChg chg="add mod">
          <ac:chgData name="kuljot bakshi" userId="e18f591f5991c12c" providerId="LiveId" clId="{848BE52E-FEF7-44CF-B8AB-7264220E5FAA}" dt="2026-05-07T04:05:46.940" v="262" actId="1076"/>
          <ac:spMkLst>
            <pc:docMk/>
            <pc:sldMk cId="1529383465" sldId="262"/>
            <ac:spMk id="5" creationId="{8AD0DECF-89ED-ABDB-5B7B-699E9A9928DB}"/>
          </ac:spMkLst>
        </pc:spChg>
        <pc:picChg chg="add mod">
          <ac:chgData name="kuljot bakshi" userId="e18f591f5991c12c" providerId="LiveId" clId="{848BE52E-FEF7-44CF-B8AB-7264220E5FAA}" dt="2026-05-07T04:05:48.427" v="263" actId="1076"/>
          <ac:picMkLst>
            <pc:docMk/>
            <pc:sldMk cId="1529383465" sldId="262"/>
            <ac:picMk id="4" creationId="{9EDF124C-A3C9-8337-F0F7-E5C43A616217}"/>
          </ac:picMkLst>
        </pc:picChg>
      </pc:sldChg>
      <pc:sldChg chg="addSp modSp add mod ord">
        <pc:chgData name="kuljot bakshi" userId="e18f591f5991c12c" providerId="LiveId" clId="{848BE52E-FEF7-44CF-B8AB-7264220E5FAA}" dt="2026-05-07T04:08:10.811" v="483" actId="14100"/>
        <pc:sldMkLst>
          <pc:docMk/>
          <pc:sldMk cId="3458703222" sldId="263"/>
        </pc:sldMkLst>
        <pc:spChg chg="add mod">
          <ac:chgData name="kuljot bakshi" userId="e18f591f5991c12c" providerId="LiveId" clId="{848BE52E-FEF7-44CF-B8AB-7264220E5FAA}" dt="2026-05-07T04:07:46.213" v="472" actId="14100"/>
          <ac:spMkLst>
            <pc:docMk/>
            <pc:sldMk cId="3458703222" sldId="263"/>
            <ac:spMk id="4" creationId="{CE1D8B35-3E7A-5F39-66BE-9E80C21C1925}"/>
          </ac:spMkLst>
        </pc:spChg>
        <pc:spChg chg="mod">
          <ac:chgData name="kuljot bakshi" userId="e18f591f5991c12c" providerId="LiveId" clId="{848BE52E-FEF7-44CF-B8AB-7264220E5FAA}" dt="2026-05-07T04:06:49.882" v="275" actId="1076"/>
          <ac:spMkLst>
            <pc:docMk/>
            <pc:sldMk cId="3458703222" sldId="263"/>
            <ac:spMk id="5" creationId="{8E983ECB-C095-0F0C-6845-13F10FD86501}"/>
          </ac:spMkLst>
        </pc:spChg>
        <pc:spChg chg="mod">
          <ac:chgData name="kuljot bakshi" userId="e18f591f5991c12c" providerId="LiveId" clId="{848BE52E-FEF7-44CF-B8AB-7264220E5FAA}" dt="2026-05-07T04:06:51.198" v="276" actId="1076"/>
          <ac:spMkLst>
            <pc:docMk/>
            <pc:sldMk cId="3458703222" sldId="263"/>
            <ac:spMk id="7" creationId="{B5864F3B-FC67-5408-F2BA-FFA1CDC6C2AD}"/>
          </ac:spMkLst>
        </pc:spChg>
        <pc:picChg chg="add mod">
          <ac:chgData name="kuljot bakshi" userId="e18f591f5991c12c" providerId="LiveId" clId="{848BE52E-FEF7-44CF-B8AB-7264220E5FAA}" dt="2026-05-07T04:08:08.861" v="482" actId="1076"/>
          <ac:picMkLst>
            <pc:docMk/>
            <pc:sldMk cId="3458703222" sldId="263"/>
            <ac:picMk id="3" creationId="{12746BF6-4546-83B3-A773-7B6553F90748}"/>
          </ac:picMkLst>
        </pc:picChg>
        <pc:picChg chg="mod">
          <ac:chgData name="kuljot bakshi" userId="e18f591f5991c12c" providerId="LiveId" clId="{848BE52E-FEF7-44CF-B8AB-7264220E5FAA}" dt="2026-05-07T04:06:43.346" v="271" actId="1076"/>
          <ac:picMkLst>
            <pc:docMk/>
            <pc:sldMk cId="3458703222" sldId="263"/>
            <ac:picMk id="4098" creationId="{7D4CCD49-E8AD-5354-F5B7-D7907EA127A1}"/>
          </ac:picMkLst>
        </pc:picChg>
        <pc:cxnChg chg="add">
          <ac:chgData name="kuljot bakshi" userId="e18f591f5991c12c" providerId="LiveId" clId="{848BE52E-FEF7-44CF-B8AB-7264220E5FAA}" dt="2026-05-07T04:07:53.999" v="473" actId="11529"/>
          <ac:cxnSpMkLst>
            <pc:docMk/>
            <pc:sldMk cId="3458703222" sldId="263"/>
            <ac:cxnSpMk id="8" creationId="{1D3228D4-B519-88C6-EC7B-DEC5C99E67A5}"/>
          </ac:cxnSpMkLst>
        </pc:cxnChg>
        <pc:cxnChg chg="add mod">
          <ac:chgData name="kuljot bakshi" userId="e18f591f5991c12c" providerId="LiveId" clId="{848BE52E-FEF7-44CF-B8AB-7264220E5FAA}" dt="2026-05-07T04:07:58.228" v="476" actId="14100"/>
          <ac:cxnSpMkLst>
            <pc:docMk/>
            <pc:sldMk cId="3458703222" sldId="263"/>
            <ac:cxnSpMk id="9" creationId="{CCCE6507-E84D-C417-9FCE-1975153F0482}"/>
          </ac:cxnSpMkLst>
        </pc:cxnChg>
        <pc:cxnChg chg="add mod">
          <ac:chgData name="kuljot bakshi" userId="e18f591f5991c12c" providerId="LiveId" clId="{848BE52E-FEF7-44CF-B8AB-7264220E5FAA}" dt="2026-05-07T04:08:10.811" v="483" actId="14100"/>
          <ac:cxnSpMkLst>
            <pc:docMk/>
            <pc:sldMk cId="3458703222" sldId="263"/>
            <ac:cxnSpMk id="12" creationId="{6B985CA4-2B20-752D-FF3E-51D69F7918D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8200-F9C5-BE36-D8B5-82368DD90A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2C4A5F-2585-9137-53B8-E8D113842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3238A-AB65-BF80-3747-102E7D5F8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AFFE9-7EBC-4E33-9CFE-D3FF8CD7DAF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BE9A6-4573-ACD1-0A2D-F0B9367F1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A2E76-23DF-77AC-8124-90345BE65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B9D2A-FEFD-49D6-99CD-8999E3646D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875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BB971-7794-5D21-9D4B-2A57A583A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49590-DD2D-8CF5-8837-B7F6A28B0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09196-4CA4-EEF8-1F96-B03A9D98F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AFFE9-7EBC-4E33-9CFE-D3FF8CD7DAF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7B00A-659D-7F8B-79BB-E544853FF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984D3-90DD-16E8-75CA-793F66AC7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B9D2A-FEFD-49D6-99CD-8999E3646D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124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395E9-4696-D0A3-FB65-1640B8368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1298F-0C3C-42AD-5D4F-45AF93934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579A2-5293-41D5-384E-C0284540B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AFFE9-7EBC-4E33-9CFE-D3FF8CD7DAF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5EB8E-14CC-EBA7-470C-8B41456CD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52AE8-3CDA-F56B-4F2E-33AB4EEF8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B9D2A-FEFD-49D6-99CD-8999E3646D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217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99778-AE54-7FA8-172B-2CE094ED3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1949B-AB6E-15BA-C119-AD87F7EC4A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94DF9-D2D4-43E8-51E8-6F2E6B2E7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74597F-DD23-2E7C-E008-47324D775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AFFE9-7EBC-4E33-9CFE-D3FF8CD7DAF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64007-A2C2-5864-ADCD-ABC70283F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F913C-F63D-22E3-51E7-A8F4C6828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B9D2A-FEFD-49D6-99CD-8999E3646D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357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A0783-BE78-1913-D85A-EE1629B5B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D3219-921E-95B6-8350-37D738E3A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199189-B8AB-1D52-0749-8B33D96DE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2211F-8E8D-0990-4F25-5464388133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CEBB23-6CAC-2C17-923D-9CFBA14361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41AA03-9AB4-0651-E8C0-26A03F02F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AFFE9-7EBC-4E33-9CFE-D3FF8CD7DAF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ACA06C-ECEA-9DA6-5247-4028071BF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B423D6-E15B-496D-D571-6A6A2812D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B9D2A-FEFD-49D6-99CD-8999E3646D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635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87DD5-77F4-74FC-B7CF-22500E435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6DEAF4-295D-F682-3F58-FFF31C074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AFFE9-7EBC-4E33-9CFE-D3FF8CD7DAF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7225CC-7475-3516-6E4A-1683C3C79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4CBBE-61E0-7DC0-70DD-DD280964F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B9D2A-FEFD-49D6-99CD-8999E3646D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350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9E233E-B062-D5FC-FF92-C57A2B530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AFFE9-7EBC-4E33-9CFE-D3FF8CD7DAF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5F1E7B-3D74-93EE-B544-E3D91A6C3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3153D-C866-4364-C40A-A94AB87CA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B9D2A-FEFD-49D6-99CD-8999E3646D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102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54C26-7CEE-25B3-90C2-A28E6573F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35CCD-C221-B620-2E7A-BAD93C5BE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D5209-2A49-D414-85F2-35491BFA3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DE28F-F402-52B8-02AD-AC580C4EB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AFFE9-7EBC-4E33-9CFE-D3FF8CD7DAF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4C386B-98AC-ED08-F729-86FA25029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0B9C8-8273-BFD5-CE47-A1B19000E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B9D2A-FEFD-49D6-99CD-8999E3646D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12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71556-1EDD-7BB7-54DF-68357D21A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8FCB0C-A7B7-3053-A779-7252E6622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9DAA80-F1BB-1915-979F-1210FDC9A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DF47C-818B-7931-D6EF-4997426ED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AFFE9-7EBC-4E33-9CFE-D3FF8CD7DAF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CA260-5234-497F-8D32-0F9A7E1AB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0BE77-D590-DEE6-06D4-32D1552DA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B9D2A-FEFD-49D6-99CD-8999E3646D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445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05204-8936-C5B2-EDF2-593FEA0D6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9F0B0-62A0-5B66-FFDA-FA38144D4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35182-6CD6-0339-B161-9C41B2A54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AFFE9-7EBC-4E33-9CFE-D3FF8CD7DAF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B39B5-E260-5346-60BD-B4052E8F9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FC58F-BDE7-45D3-1784-32496BF83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B9D2A-FEFD-49D6-99CD-8999E3646D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498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2BD185-EBC9-21CF-5D3B-CD55C68BCF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BFD7F7-90DF-F21E-2E24-6A4774D99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B39A9-C10A-0C6B-AA9F-466BEAF40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AFFE9-7EBC-4E33-9CFE-D3FF8CD7DAF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6211B-1AD2-DF8A-E6E3-F09F12380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D686F-A6F7-2ECF-D20D-7DE977FA3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B9D2A-FEFD-49D6-99CD-8999E3646D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150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30D300-A03E-D9A4-1FCC-30914CBC9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F76D0-6C60-1AE7-7A85-70BA77CE2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4F756-9A51-9D10-F814-7AE33C33A8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AFFE9-7EBC-4E33-9CFE-D3FF8CD7DAF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96247-EADE-8E70-97F0-E6697E91B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FBE03-A5C7-BC84-BD6B-E35486292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DB9D2A-FEFD-49D6-99CD-8999E3646D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800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9C8F-4F13-8FD7-030A-62F0B67BF6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3582099"/>
            <a:ext cx="9144000" cy="2387600"/>
          </a:xfrm>
        </p:spPr>
        <p:txBody>
          <a:bodyPr/>
          <a:lstStyle/>
          <a:p>
            <a:r>
              <a:rPr lang="en-US" dirty="0"/>
              <a:t>ML, Predictive AI and Gen AI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D174C-9480-F7C5-AEAC-B0DCE7176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058" y="631414"/>
            <a:ext cx="6645883" cy="373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259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7481-DF40-9C96-7FC0-FDE8822A2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27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AI v/s ML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3CEFFB-ED74-158E-0DEA-AE91DC2995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317" y="1676800"/>
            <a:ext cx="11976683" cy="3504399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C47B19-9152-535D-495D-B0693B449833}"/>
              </a:ext>
            </a:extLst>
          </p:cNvPr>
          <p:cNvSpPr txBox="1"/>
          <p:nvPr/>
        </p:nvSpPr>
        <p:spPr>
          <a:xfrm>
            <a:off x="1459992" y="5538371"/>
            <a:ext cx="9272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To put it simply, AI is applied ML for various human-oriented tasks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2409445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2484A4-41FE-02C7-DC2C-FE6D672BD7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908" y="729465"/>
            <a:ext cx="11388183" cy="5549996"/>
          </a:xfrm>
        </p:spPr>
      </p:pic>
    </p:spTree>
    <p:extLst>
      <p:ext uri="{BB962C8B-B14F-4D97-AF65-F5344CB8AC3E}">
        <p14:creationId xmlns:p14="http://schemas.microsoft.com/office/powerpoint/2010/main" val="165600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0F423-8B85-CD2F-EFE4-2559952D1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719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ML in a “nutshell”</a:t>
            </a:r>
            <a:endParaRPr lang="en-IN" dirty="0"/>
          </a:p>
        </p:txBody>
      </p:sp>
      <p:pic>
        <p:nvPicPr>
          <p:cNvPr id="4" name="Content Placeholder 3" descr="Diagram showing the training and inferencing phases in machine learning.">
            <a:extLst>
              <a:ext uri="{FF2B5EF4-FFF2-40B4-BE49-F238E27FC236}">
                <a16:creationId xmlns:a16="http://schemas.microsoft.com/office/drawing/2014/main" id="{C0D4009D-2BF5-1DA4-5288-08A98BD013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9208" y="1306640"/>
            <a:ext cx="8593584" cy="44256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1B6818-3C13-7EA9-3906-FEC5901AF697}"/>
              </a:ext>
            </a:extLst>
          </p:cNvPr>
          <p:cNvSpPr txBox="1"/>
          <p:nvPr/>
        </p:nvSpPr>
        <p:spPr>
          <a:xfrm>
            <a:off x="1408176" y="5913275"/>
            <a:ext cx="9272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Every Machine Learning model is aimed at taking some parameters or x-variables (features) to predict the target or y-variable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1177430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0E865-A525-8E94-25D1-B63BB58B6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Types of Machine Learning Models</a:t>
            </a:r>
            <a:endParaRPr lang="en-IN" dirty="0"/>
          </a:p>
        </p:txBody>
      </p:sp>
      <p:pic>
        <p:nvPicPr>
          <p:cNvPr id="4" name="Content Placeholder 3" descr="Diagram showing supervised machine learning (regression and classification) and unsupervised machine learning (clustering).">
            <a:extLst>
              <a:ext uri="{FF2B5EF4-FFF2-40B4-BE49-F238E27FC236}">
                <a16:creationId xmlns:a16="http://schemas.microsoft.com/office/drawing/2014/main" id="{4412FE65-6F3B-66E2-3AC3-BDE65A8E0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903" y="1414886"/>
            <a:ext cx="10584896" cy="43001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9DA7E4-C27F-093C-F303-658DB23C115E}"/>
              </a:ext>
            </a:extLst>
          </p:cNvPr>
          <p:cNvSpPr txBox="1"/>
          <p:nvPr/>
        </p:nvSpPr>
        <p:spPr>
          <a:xfrm>
            <a:off x="1425343" y="5995571"/>
            <a:ext cx="9272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Machine Learning models are broadly classified into these different categories based on the training data given as input and </a:t>
            </a:r>
            <a:r>
              <a:rPr lang="en-US" b="1" i="1"/>
              <a:t>the objectives </a:t>
            </a:r>
            <a:r>
              <a:rPr lang="en-US" b="1" i="1" dirty="0"/>
              <a:t>they get trained for.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208869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67310-3CF1-A591-C618-B89ECABD1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Predictive AI Services</a:t>
            </a:r>
            <a:endParaRPr lang="en-IN" dirty="0"/>
          </a:p>
        </p:txBody>
      </p:sp>
      <p:pic>
        <p:nvPicPr>
          <p:cNvPr id="4" name="Content Placeholder 3" descr="How to get started with Azure Cognitive Services - Matt on ML.NET">
            <a:extLst>
              <a:ext uri="{FF2B5EF4-FFF2-40B4-BE49-F238E27FC236}">
                <a16:creationId xmlns:a16="http://schemas.microsoft.com/office/drawing/2014/main" id="{9EDF124C-A3C9-8337-F0F7-E5C43A6162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029" y="1644609"/>
            <a:ext cx="11803937" cy="32578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D0DECF-89ED-ABDB-5B7B-699E9A9928DB}"/>
              </a:ext>
            </a:extLst>
          </p:cNvPr>
          <p:cNvSpPr txBox="1"/>
          <p:nvPr/>
        </p:nvSpPr>
        <p:spPr>
          <a:xfrm>
            <a:off x="1482850" y="5458968"/>
            <a:ext cx="9226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Azure has a wide range of prebuilt predictive AI services to choose from. To integrate them in your applications, you simply have to configure some API calls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1529383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2DA6F-C64E-C622-ABD2-EDCB4A9FD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055" y="-20777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LLMs – Large Language Models</a:t>
            </a:r>
            <a:endParaRPr lang="en-IN" dirty="0"/>
          </a:p>
        </p:txBody>
      </p:sp>
      <p:pic>
        <p:nvPicPr>
          <p:cNvPr id="4098" name="Picture 2" descr="Diagram showing the different generations of LLMs associated with the number of parameters each model has.">
            <a:extLst>
              <a:ext uri="{FF2B5EF4-FFF2-40B4-BE49-F238E27FC236}">
                <a16:creationId xmlns:a16="http://schemas.microsoft.com/office/drawing/2014/main" id="{7D4CCD49-E8AD-5354-F5B7-D7907EA127A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962339"/>
            <a:ext cx="5663938" cy="3240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983ECB-C095-0F0C-6845-13F10FD86501}"/>
              </a:ext>
            </a:extLst>
          </p:cNvPr>
          <p:cNvSpPr txBox="1"/>
          <p:nvPr/>
        </p:nvSpPr>
        <p:spPr>
          <a:xfrm>
            <a:off x="1095055" y="1154705"/>
            <a:ext cx="3819846" cy="175432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0" i="0" dirty="0">
                <a:effectLst/>
                <a:latin typeface="Segoe UI" panose="020B0502040204020203" pitchFamily="34" charset="0"/>
              </a:rPr>
              <a:t>An LLM is built by using a neural network architecture. It takes an input, has several hidden layers that break down different aspects of language, and produces at the output layer.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864F3B-FC67-5408-F2BA-FFA1CDC6C2AD}"/>
              </a:ext>
            </a:extLst>
          </p:cNvPr>
          <p:cNvSpPr txBox="1"/>
          <p:nvPr/>
        </p:nvSpPr>
        <p:spPr>
          <a:xfrm>
            <a:off x="1095055" y="3293545"/>
            <a:ext cx="3819846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0" i="0" dirty="0">
                <a:effectLst/>
                <a:latin typeface="Segoe UI" panose="020B0502040204020203" pitchFamily="34" charset="0"/>
              </a:rPr>
              <a:t>A </a:t>
            </a:r>
            <a:r>
              <a:rPr lang="en-US" b="0" i="1" dirty="0">
                <a:effectLst/>
                <a:latin typeface="Segoe UI" panose="020B0502040204020203" pitchFamily="34" charset="0"/>
              </a:rPr>
              <a:t>foundation model</a:t>
            </a:r>
            <a:r>
              <a:rPr lang="en-US" b="0" i="0" dirty="0">
                <a:effectLst/>
                <a:latin typeface="Segoe UI" panose="020B0502040204020203" pitchFamily="34" charset="0"/>
              </a:rPr>
              <a:t> refers to a specific instance or version of an LLM. For example, GPT-3, GPT-4, or Codex.</a:t>
            </a:r>
            <a:endParaRPr lang="en-IN" dirty="0"/>
          </a:p>
        </p:txBody>
      </p:sp>
      <p:pic>
        <p:nvPicPr>
          <p:cNvPr id="3" name="Picture 2" descr="Microsoft Foundry: An End-to-End Platform for Building, Governing, and  Scaling AI | Microsoft Community Hub">
            <a:extLst>
              <a:ext uri="{FF2B5EF4-FFF2-40B4-BE49-F238E27FC236}">
                <a16:creationId xmlns:a16="http://schemas.microsoft.com/office/drawing/2014/main" id="{12746BF6-4546-83B3-A773-7B6553F90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633" y="4444654"/>
            <a:ext cx="5043678" cy="21954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1D8B35-3E7A-5F39-66BE-9E80C21C1925}"/>
              </a:ext>
            </a:extLst>
          </p:cNvPr>
          <p:cNvSpPr txBox="1"/>
          <p:nvPr/>
        </p:nvSpPr>
        <p:spPr>
          <a:xfrm>
            <a:off x="209609" y="5241630"/>
            <a:ext cx="56639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The Azure ecosystem also provides LLM instances that you can simply configure API calls to integrate GenAI capabilities in your modern applications</a:t>
            </a:r>
            <a:endParaRPr lang="en-IN" b="1" i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3228D4-B519-88C6-EC7B-DEC5C99E67A5}"/>
              </a:ext>
            </a:extLst>
          </p:cNvPr>
          <p:cNvCxnSpPr>
            <a:stCxn id="4098" idx="1"/>
            <a:endCxn id="5" idx="3"/>
          </p:cNvCxnSpPr>
          <p:nvPr/>
        </p:nvCxnSpPr>
        <p:spPr>
          <a:xfrm flipH="1" flipV="1">
            <a:off x="4914901" y="2031868"/>
            <a:ext cx="1181099" cy="550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CE6507-E84D-C417-9FCE-1975153F0482}"/>
              </a:ext>
            </a:extLst>
          </p:cNvPr>
          <p:cNvCxnSpPr>
            <a:cxnSpLocks/>
            <a:stCxn id="4098" idx="1"/>
            <a:endCxn id="7" idx="3"/>
          </p:cNvCxnSpPr>
          <p:nvPr/>
        </p:nvCxnSpPr>
        <p:spPr>
          <a:xfrm flipH="1">
            <a:off x="4914901" y="2582812"/>
            <a:ext cx="1181099" cy="1310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985CA4-2B20-752D-FF3E-51D69F7918D0}"/>
              </a:ext>
            </a:extLst>
          </p:cNvPr>
          <p:cNvCxnSpPr>
            <a:cxnSpLocks/>
            <a:stCxn id="3" idx="1"/>
            <a:endCxn id="4" idx="3"/>
          </p:cNvCxnSpPr>
          <p:nvPr/>
        </p:nvCxnSpPr>
        <p:spPr>
          <a:xfrm flipH="1">
            <a:off x="5873547" y="5542396"/>
            <a:ext cx="608086" cy="160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703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201</Words>
  <Application>Microsoft Office PowerPoint</Application>
  <PresentationFormat>Widescreen</PresentationFormat>
  <Paragraphs>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Segoe UI</vt:lpstr>
      <vt:lpstr>Office Theme</vt:lpstr>
      <vt:lpstr>ML, Predictive AI and Gen AI</vt:lpstr>
      <vt:lpstr>AI v/s ML</vt:lpstr>
      <vt:lpstr>PowerPoint Presentation</vt:lpstr>
      <vt:lpstr>ML in a “nutshell”</vt:lpstr>
      <vt:lpstr>Types of Machine Learning Models</vt:lpstr>
      <vt:lpstr>Predictive AI Services</vt:lpstr>
      <vt:lpstr>LLMs – Large Language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2026-05-07T01:44:38Z</dcterms:created>
  <dcterms:modified xsi:type="dcterms:W3CDTF">2026-05-07T04:08:13Z</dcterms:modified>
</cp:coreProperties>
</file>