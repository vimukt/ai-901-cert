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9" r:id="rId3"/>
    <p:sldId id="260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4ABB2-F861-4617-A4FB-00830E9DC7D5}" v="1" dt="2026-05-08T06:41:52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custSel delSld modSld">
      <pc:chgData name="kuljot bakshi" userId="e18f591f5991c12c" providerId="LiveId" clId="{848BE52E-FEF7-44CF-B8AB-7264220E5FAA}" dt="2026-05-08T06:50:08.635" v="250" actId="20577"/>
      <pc:docMkLst>
        <pc:docMk/>
      </pc:docMkLst>
      <pc:sldChg chg="addSp delSp modSp mod">
        <pc:chgData name="kuljot bakshi" userId="e18f591f5991c12c" providerId="LiveId" clId="{848BE52E-FEF7-44CF-B8AB-7264220E5FAA}" dt="2026-05-08T06:41:57.027" v="246" actId="1076"/>
        <pc:sldMkLst>
          <pc:docMk/>
          <pc:sldMk cId="1116527902" sldId="259"/>
        </pc:sldMkLst>
        <pc:spChg chg="add del mod">
          <ac:chgData name="kuljot bakshi" userId="e18f591f5991c12c" providerId="LiveId" clId="{848BE52E-FEF7-44CF-B8AB-7264220E5FAA}" dt="2026-05-08T06:41:52.270" v="242"/>
          <ac:spMkLst>
            <pc:docMk/>
            <pc:sldMk cId="1116527902" sldId="259"/>
            <ac:spMk id="3" creationId="{B79028D6-162B-E3C2-EAAD-E7143C0A9926}"/>
          </ac:spMkLst>
        </pc:spChg>
        <pc:picChg chg="add mod">
          <ac:chgData name="kuljot bakshi" userId="e18f591f5991c12c" providerId="LiveId" clId="{848BE52E-FEF7-44CF-B8AB-7264220E5FAA}" dt="2026-05-08T06:41:57.027" v="246" actId="1076"/>
          <ac:picMkLst>
            <pc:docMk/>
            <pc:sldMk cId="1116527902" sldId="259"/>
            <ac:picMk id="4" creationId="{33399EDD-0777-F0CD-E4B5-51DFB7D1BBF6}"/>
          </ac:picMkLst>
        </pc:picChg>
        <pc:picChg chg="del">
          <ac:chgData name="kuljot bakshi" userId="e18f591f5991c12c" providerId="LiveId" clId="{848BE52E-FEF7-44CF-B8AB-7264220E5FAA}" dt="2026-05-08T06:41:51.187" v="241" actId="478"/>
          <ac:picMkLst>
            <pc:docMk/>
            <pc:sldMk cId="1116527902" sldId="259"/>
            <ac:picMk id="5" creationId="{A3E7000C-7C8D-5D96-04FF-B9026111470B}"/>
          </ac:picMkLst>
        </pc:picChg>
      </pc:sldChg>
      <pc:sldChg chg="modSp mod">
        <pc:chgData name="kuljot bakshi" userId="e18f591f5991c12c" providerId="LiveId" clId="{848BE52E-FEF7-44CF-B8AB-7264220E5FAA}" dt="2026-05-08T06:50:08.635" v="250" actId="20577"/>
        <pc:sldMkLst>
          <pc:docMk/>
          <pc:sldMk cId="2233962847" sldId="260"/>
        </pc:sldMkLst>
        <pc:graphicFrameChg chg="modGraphic">
          <ac:chgData name="kuljot bakshi" userId="e18f591f5991c12c" providerId="LiveId" clId="{848BE52E-FEF7-44CF-B8AB-7264220E5FAA}" dt="2026-05-08T06:50:08.635" v="250" actId="20577"/>
          <ac:graphicFrameMkLst>
            <pc:docMk/>
            <pc:sldMk cId="2233962847" sldId="260"/>
            <ac:graphicFrameMk id="4" creationId="{9E849543-5F7E-AD3D-7176-EB3343D2133A}"/>
          </ac:graphicFrameMkLst>
        </pc:graphicFrameChg>
      </pc:sldChg>
      <pc:sldChg chg="del">
        <pc:chgData name="kuljot bakshi" userId="e18f591f5991c12c" providerId="LiveId" clId="{848BE52E-FEF7-44CF-B8AB-7264220E5FAA}" dt="2026-05-08T06:44:03.903" v="247" actId="47"/>
        <pc:sldMkLst>
          <pc:docMk/>
          <pc:sldMk cId="2857686312" sldId="261"/>
        </pc:sldMkLst>
      </pc:sldChg>
      <pc:sldChg chg="modSp mod">
        <pc:chgData name="kuljot bakshi" userId="e18f591f5991c12c" providerId="LiveId" clId="{848BE52E-FEF7-44CF-B8AB-7264220E5FAA}" dt="2026-05-07T03:07:30.579" v="115" actId="1076"/>
        <pc:sldMkLst>
          <pc:docMk/>
          <pc:sldMk cId="481259985" sldId="265"/>
        </pc:sldMkLst>
        <pc:spChg chg="mod">
          <ac:chgData name="kuljot bakshi" userId="e18f591f5991c12c" providerId="LiveId" clId="{848BE52E-FEF7-44CF-B8AB-7264220E5FAA}" dt="2026-05-07T03:07:18.131" v="114" actId="1076"/>
          <ac:spMkLst>
            <pc:docMk/>
            <pc:sldMk cId="481259985" sldId="265"/>
            <ac:spMk id="2" creationId="{9FE59C8F-4F13-8FD7-030A-62F0B67BF628}"/>
          </ac:spMkLst>
        </pc:spChg>
        <pc:picChg chg="mod">
          <ac:chgData name="kuljot bakshi" userId="e18f591f5991c12c" providerId="LiveId" clId="{848BE52E-FEF7-44CF-B8AB-7264220E5FAA}" dt="2026-05-07T03:07:30.579" v="115" actId="1076"/>
          <ac:picMkLst>
            <pc:docMk/>
            <pc:sldMk cId="481259985" sldId="265"/>
            <ac:picMk id="5" creationId="{2E2D174C-9480-F7C5-AEAC-B0DCE7176B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FBC7-D547-B77E-E75D-609BE18A6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71FE1-1DAF-5106-426E-12D28EE05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BD244-2708-D0F4-E31E-E9AE50BD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051EF-5721-9D29-5958-D3F29481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58DA7-875D-70CA-3AEF-8001F300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51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3887-B27A-9CB3-4E20-9F5B1899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9E52B-35FF-FC6D-275C-9EA6AB47F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5177A-EBAA-30C4-CFF5-A8668972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3FB68-171D-E586-32B2-F2172464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2944-486E-1897-37ED-C9110405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10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9289-EC34-C6DC-27C2-3F076EA3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30051-5EC7-7249-6AA2-3713ABBD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FE4E1-7F6B-D694-B01D-C9E97C28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8EAD4-2CAF-7AA9-97D1-A32FCE12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6826-51A7-D4FD-8170-9F8AD5E8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91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2D9D-13F7-30A0-C8B6-4AA30824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30434-D502-E06F-AC44-3BE1A0AEE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D67F6-B2F7-1A60-DEE8-3F7638C1F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F1F4F-B9C7-812E-925F-58CC3E57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30F99-D244-EF69-7048-ECA1189E0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5164C-66CD-80BD-1CD8-4663875B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76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40D8E-1C9D-66A2-D839-218807A6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E0714-24EF-7659-BD95-C74180A00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E9C4C-B12D-267C-FCFB-7161630B5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7A584-32F2-9407-3683-8C43284B6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A2E65-E09C-CCB0-A4A3-FAF7D36B7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4C8A19-2663-EB7B-E833-BF93367A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D4D0F-1160-2E56-A3FC-C183DDF0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5C03F-30AE-FC3D-0FBF-8AB2AE921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27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ADF9-E004-7D95-1BC0-5D153266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800FF-0F55-D693-78B3-3107E69D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BEA85-701F-D158-818F-F9AC9CE1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61FE5-AF8A-386C-45BC-0954260B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977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51AA4-1CB4-5AE5-0F87-7AB18E43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905EF-4F30-9247-5425-EEA84FC59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53EA7-FA0C-1F1A-0E0E-25F0EBBF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98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775A-B7FF-0603-5360-4DD3E5495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56E1B-C37C-0B27-3AB9-2701B4B1E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5CB26-60FA-43C3-CE79-F020391F3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E0AE6-624F-247D-ED7A-6A3EFC6B9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76211-DDEF-0F9C-701E-2E2812D7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B477E-1331-1528-C3D1-D2B43714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40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7CA2-404B-F303-0705-B67E491D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8DFB97-63A2-C1CF-3F29-06EBB6F10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A53F2-7295-39B6-B9A6-D38FB8DA9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0262A-8C68-6D1E-6779-C9F173DC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21F85-763A-D9FF-785C-E31C8A19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4A251-59EA-C380-D8A2-CE089B6F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24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E06B3-EEB9-C390-2804-083033A9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A2ECF-DB60-8CBE-B0A1-C75874F2B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08911-92FE-3656-5B7F-3CE86D8E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99FAF-B31E-7222-72E1-7CDB7CD2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B254C-50DD-4DD7-6E30-1E40EB1F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84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A5A3DC-F660-FC2F-B9BE-04690ECCA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B4AD8-128B-870E-C50F-8DB3C31E9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803CC-F469-4361-1E16-7122147B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5480F-15A8-CE1D-CD1E-2CDADBF12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8B66F-3B5E-D06F-CF5C-D0AFB975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37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EB0C7B-92F2-4F5B-0328-BF670B43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94C79-3A7B-413E-5ABF-7287ADF53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25510-E70A-B8C8-3CB5-6411E2D3F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07C1D-6262-409B-B153-2AC2DAC60B80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4C223-56CB-E94D-003C-EB4E0970D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44504-6822-AC08-862F-1430EA85C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2A0EE-5A70-415F-A841-6D13B6D76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1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C8F-4F13-8FD7-030A-62F0B67B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3947859"/>
            <a:ext cx="9144000" cy="2387600"/>
          </a:xfrm>
        </p:spPr>
        <p:txBody>
          <a:bodyPr/>
          <a:lstStyle/>
          <a:p>
            <a:r>
              <a:rPr lang="en-US" dirty="0"/>
              <a:t>The synergistic co-existence of GenAI and Predictive AI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D174C-9480-F7C5-AEAC-B0DCE7176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56" y="411958"/>
            <a:ext cx="6645883" cy="37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399EDD-0777-F0CD-E4B5-51DFB7D1B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940" y="274320"/>
            <a:ext cx="11048034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2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49543-5F7E-AD3D-7176-EB3343D21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99787"/>
              </p:ext>
            </p:extLst>
          </p:nvPr>
        </p:nvGraphicFramePr>
        <p:xfrm>
          <a:off x="298579" y="320040"/>
          <a:ext cx="11346025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25">
                  <a:extLst>
                    <a:ext uri="{9D8B030D-6E8A-4147-A177-3AD203B41FA5}">
                      <a16:colId xmlns:a16="http://schemas.microsoft.com/office/drawing/2014/main" val="30006114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58608900"/>
                    </a:ext>
                  </a:extLst>
                </a:gridCol>
                <a:gridCol w="3570514">
                  <a:extLst>
                    <a:ext uri="{9D8B030D-6E8A-4147-A177-3AD203B41FA5}">
                      <a16:colId xmlns:a16="http://schemas.microsoft.com/office/drawing/2014/main" val="2984865771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val="2982323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 Model </a:t>
                      </a:r>
                    </a:p>
                    <a:p>
                      <a:r>
                        <a:rPr lang="en-US" dirty="0"/>
                        <a:t>(Custom AI)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 Services</a:t>
                      </a:r>
                    </a:p>
                    <a:p>
                      <a:r>
                        <a:rPr lang="en-US" dirty="0"/>
                        <a:t>(Predictive AI)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Generative AI</a:t>
                      </a:r>
                    </a:p>
                    <a:p>
                      <a:r>
                        <a:rPr lang="en-US" dirty="0"/>
                        <a:t>(GPT-engine)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Co-Pilot</a:t>
                      </a:r>
                    </a:p>
                    <a:p>
                      <a:r>
                        <a:rPr lang="en-US" dirty="0"/>
                        <a:t>(uses Codex Model in its essence)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10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Forecast </a:t>
                      </a:r>
                      <a:r>
                        <a:rPr lang="en-US" b="1" dirty="0"/>
                        <a:t>Future Events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</a:t>
                      </a:r>
                      <a:r>
                        <a:rPr lang="en-US" b="1" dirty="0"/>
                        <a:t>present probabilities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Content  generation: ( text &amp; Images) </a:t>
                      </a:r>
                      <a:r>
                        <a:rPr lang="en-US" dirty="0"/>
                        <a:t>Generative AI can be used to create new content that is similar to existing content 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00" dirty="0">
                          <a:effectLst/>
                        </a:rPr>
                        <a:t>Uses </a:t>
                      </a:r>
                      <a:r>
                        <a:rPr lang="en-IN" sz="1800" b="1" kern="100" dirty="0">
                          <a:effectLst/>
                        </a:rPr>
                        <a:t>Code generation </a:t>
                      </a:r>
                      <a:r>
                        <a:rPr lang="en-IN" sz="1800" kern="100" dirty="0">
                          <a:effectLst/>
                        </a:rPr>
                        <a:t>Model, </a:t>
                      </a:r>
                      <a:r>
                        <a:rPr lang="en-IN" sz="1800" b="1" kern="100" dirty="0">
                          <a:effectLst/>
                        </a:rPr>
                        <a:t>Text generation Model </a:t>
                      </a:r>
                      <a:r>
                        <a:rPr lang="en-IN" sz="1800" kern="100" dirty="0">
                          <a:effectLst/>
                        </a:rPr>
                        <a:t>and </a:t>
                      </a:r>
                      <a:r>
                        <a:rPr lang="en-IN" sz="1800" b="1" kern="100" dirty="0">
                          <a:effectLst/>
                        </a:rPr>
                        <a:t>Image generation  </a:t>
                      </a:r>
                      <a:r>
                        <a:rPr lang="en-IN" sz="1800" kern="100" dirty="0">
                          <a:effectLst/>
                        </a:rPr>
                        <a:t>Model of Generative AI 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410180"/>
                  </a:ext>
                </a:extLst>
              </a:tr>
              <a:tr h="2616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Example-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</a:rPr>
                        <a:t>Custom model for </a:t>
                      </a:r>
                      <a:r>
                        <a:rPr lang="en-IN" sz="1600" b="1" kern="100" dirty="0">
                          <a:solidFill>
                            <a:schemeClr val="tx1"/>
                          </a:solidFill>
                          <a:effectLst/>
                        </a:rPr>
                        <a:t>Baggage Carousel </a:t>
                      </a: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</a:rPr>
                        <a:t>( Luggage belt) at  airport  to predict maintenance and probable breakdown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en-IN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"/>
                        <a:tabLst/>
                        <a:defRPr/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</a:rPr>
                        <a:t>To predict whether Flight will be on time or not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buFont typeface="Wingdings" panose="05000000000000000000" pitchFamily="2" charset="2"/>
                        <a:buChar char=""/>
                      </a:pPr>
                      <a:endParaRPr lang="en-IN" sz="18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Example</a:t>
                      </a:r>
                      <a:r>
                        <a:rPr lang="en-US" sz="1600" dirty="0"/>
                        <a:t> –</a:t>
                      </a:r>
                    </a:p>
                    <a:p>
                      <a:r>
                        <a:rPr lang="en-US" sz="1600" b="1" dirty="0"/>
                        <a:t>AI Vision </a:t>
                      </a:r>
                      <a:r>
                        <a:rPr lang="en-US" sz="1600" dirty="0"/>
                        <a:t>– Immigration counter Picture of Passenger with masked face 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b="1" dirty="0"/>
                        <a:t>Document AI &amp; AI vision &amp; Sentiment Analysis</a:t>
                      </a:r>
                      <a:r>
                        <a:rPr lang="en-US" sz="1600" dirty="0"/>
                        <a:t>—Reading handwritten Passenger’s  custom clearance  form.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Example -</a:t>
                      </a:r>
                    </a:p>
                    <a:p>
                      <a:r>
                        <a:rPr lang="en-US" sz="1800" b="1" dirty="0"/>
                        <a:t>Text generation feature </a:t>
                      </a:r>
                      <a:r>
                        <a:rPr lang="en-US" sz="1800" b="0" dirty="0"/>
                        <a:t>- Passenger asking for personalized  Information  like I am holding Indian Passport, stop over flight, with Valid US visa, and is looking for a over night stay inside or outside of airport with 200 USD Budget over all inclusive of transport and food</a:t>
                      </a: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 –</a:t>
                      </a:r>
                    </a:p>
                    <a:p>
                      <a:r>
                        <a:rPr lang="en-US" b="1" dirty="0"/>
                        <a:t>GitHub Co-pilot ( code generation) </a:t>
                      </a:r>
                      <a:r>
                        <a:rPr lang="en-US" dirty="0"/>
                        <a:t>Software Developer can create an application using GitHub Copilot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350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6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6420-690D-4D33-A772-E530CE5B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E35C3-5ADA-6F26-3BD7-EF3D7D9E6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company which harnesses the capabilities and qualities of custom predictive AI, AI services (pre-built offerings of predictive AI) and Generative AI is going to win the race in the long run.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C7374-15CC-7543-B501-F1D46B443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74" y="3532415"/>
            <a:ext cx="3031672" cy="3031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FFCD21-4770-230E-FB1E-15B2232D5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676" y="3429000"/>
            <a:ext cx="3135087" cy="313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29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240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Wingdings</vt:lpstr>
      <vt:lpstr>Office Theme</vt:lpstr>
      <vt:lpstr>The synergistic co-existence of GenAI and Predictive AI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2026-05-07T03:00:41Z</dcterms:created>
  <dcterms:modified xsi:type="dcterms:W3CDTF">2026-05-08T06:50:14Z</dcterms:modified>
</cp:coreProperties>
</file>